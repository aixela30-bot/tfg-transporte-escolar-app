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418" r:id="rId5"/>
    <p:sldId id="1606" r:id="rId6"/>
    <p:sldId id="1607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989"/>
    <a:srgbClr val="156082"/>
    <a:srgbClr val="C1E5F5"/>
    <a:srgbClr val="042433"/>
    <a:srgbClr val="00B050"/>
    <a:srgbClr val="F1E6DF"/>
    <a:srgbClr val="83A7B7"/>
    <a:srgbClr val="FFFFFF"/>
    <a:srgbClr val="C00000"/>
    <a:srgbClr val="94D8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A5F332-B6BF-4315-8E73-7D5C82913527}" v="9" dt="2025-03-18T11:57:43.9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6681" autoAdjust="0"/>
  </p:normalViewPr>
  <p:slideViewPr>
    <p:cSldViewPr snapToGrid="0">
      <p:cViewPr>
        <p:scale>
          <a:sx n="90" d="100"/>
          <a:sy n="90" d="100"/>
        </p:scale>
        <p:origin x="1746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a Lasheras Cortina" userId="e188d2f3-52eb-41b9-86db-d50ac13d8bc2" providerId="ADAL" clId="{C8A5F332-B6BF-4315-8E73-7D5C82913527}"/>
    <pc:docChg chg="custSel modSld">
      <pc:chgData name="Alexia Lasheras Cortina" userId="e188d2f3-52eb-41b9-86db-d50ac13d8bc2" providerId="ADAL" clId="{C8A5F332-B6BF-4315-8E73-7D5C82913527}" dt="2025-03-18T12:00:59.716" v="439" actId="1076"/>
      <pc:docMkLst>
        <pc:docMk/>
      </pc:docMkLst>
      <pc:sldChg chg="addSp delSp modSp mod">
        <pc:chgData name="Alexia Lasheras Cortina" userId="e188d2f3-52eb-41b9-86db-d50ac13d8bc2" providerId="ADAL" clId="{C8A5F332-B6BF-4315-8E73-7D5C82913527}" dt="2025-03-18T12:00:59.716" v="439" actId="1076"/>
        <pc:sldMkLst>
          <pc:docMk/>
          <pc:sldMk cId="3841158459" sldId="1579"/>
        </pc:sldMkLst>
        <pc:spChg chg="del">
          <ac:chgData name="Alexia Lasheras Cortina" userId="e188d2f3-52eb-41b9-86db-d50ac13d8bc2" providerId="ADAL" clId="{C8A5F332-B6BF-4315-8E73-7D5C82913527}" dt="2025-03-18T11:49:39.188" v="46" actId="478"/>
          <ac:spMkLst>
            <pc:docMk/>
            <pc:sldMk cId="3841158459" sldId="1579"/>
            <ac:spMk id="2" creationId="{F3B0A605-7FBB-F036-4233-D27CF75194DF}"/>
          </ac:spMkLst>
        </pc:spChg>
        <pc:spChg chg="add mod">
          <ac:chgData name="Alexia Lasheras Cortina" userId="e188d2f3-52eb-41b9-86db-d50ac13d8bc2" providerId="ADAL" clId="{C8A5F332-B6BF-4315-8E73-7D5C82913527}" dt="2025-03-18T11:52:02.099" v="145" actId="1076"/>
          <ac:spMkLst>
            <pc:docMk/>
            <pc:sldMk cId="3841158459" sldId="1579"/>
            <ac:spMk id="6" creationId="{E9010E51-93E4-2AAA-2390-0E3CC3D01C75}"/>
          </ac:spMkLst>
        </pc:spChg>
        <pc:spChg chg="add mod">
          <ac:chgData name="Alexia Lasheras Cortina" userId="e188d2f3-52eb-41b9-86db-d50ac13d8bc2" providerId="ADAL" clId="{C8A5F332-B6BF-4315-8E73-7D5C82913527}" dt="2025-03-18T11:52:13.194" v="147" actId="1076"/>
          <ac:spMkLst>
            <pc:docMk/>
            <pc:sldMk cId="3841158459" sldId="1579"/>
            <ac:spMk id="8" creationId="{AA233A55-8EF2-DB76-C8E8-CD58234C25C6}"/>
          </ac:spMkLst>
        </pc:spChg>
        <pc:spChg chg="del">
          <ac:chgData name="Alexia Lasheras Cortina" userId="e188d2f3-52eb-41b9-86db-d50ac13d8bc2" providerId="ADAL" clId="{C8A5F332-B6BF-4315-8E73-7D5C82913527}" dt="2025-03-18T11:49:40.867" v="47" actId="478"/>
          <ac:spMkLst>
            <pc:docMk/>
            <pc:sldMk cId="3841158459" sldId="1579"/>
            <ac:spMk id="11" creationId="{AE6C4B46-DAA2-624D-8B5F-298CAA9F8647}"/>
          </ac:spMkLst>
        </pc:spChg>
        <pc:spChg chg="add mod ord">
          <ac:chgData name="Alexia Lasheras Cortina" userId="e188d2f3-52eb-41b9-86db-d50ac13d8bc2" providerId="ADAL" clId="{C8A5F332-B6BF-4315-8E73-7D5C82913527}" dt="2025-03-18T12:00:54.800" v="438" actId="167"/>
          <ac:spMkLst>
            <pc:docMk/>
            <pc:sldMk cId="3841158459" sldId="1579"/>
            <ac:spMk id="12" creationId="{621A827E-4262-8C2F-F098-80F95DF10208}"/>
          </ac:spMkLst>
        </pc:spChg>
        <pc:spChg chg="add mod">
          <ac:chgData name="Alexia Lasheras Cortina" userId="e188d2f3-52eb-41b9-86db-d50ac13d8bc2" providerId="ADAL" clId="{C8A5F332-B6BF-4315-8E73-7D5C82913527}" dt="2025-03-18T11:54:27.200" v="235" actId="1076"/>
          <ac:spMkLst>
            <pc:docMk/>
            <pc:sldMk cId="3841158459" sldId="1579"/>
            <ac:spMk id="13" creationId="{93889AEF-99C8-DE17-E324-F7F22633E2D7}"/>
          </ac:spMkLst>
        </pc:spChg>
        <pc:spChg chg="mod">
          <ac:chgData name="Alexia Lasheras Cortina" userId="e188d2f3-52eb-41b9-86db-d50ac13d8bc2" providerId="ADAL" clId="{C8A5F332-B6BF-4315-8E73-7D5C82913527}" dt="2025-03-18T12:00:05.272" v="427" actId="208"/>
          <ac:spMkLst>
            <pc:docMk/>
            <pc:sldMk cId="3841158459" sldId="1579"/>
            <ac:spMk id="15" creationId="{A1CD652E-BB6E-8632-D9B7-3119FD05FC16}"/>
          </ac:spMkLst>
        </pc:spChg>
        <pc:spChg chg="add mod">
          <ac:chgData name="Alexia Lasheras Cortina" userId="e188d2f3-52eb-41b9-86db-d50ac13d8bc2" providerId="ADAL" clId="{C8A5F332-B6BF-4315-8E73-7D5C82913527}" dt="2025-03-18T11:55:40.876" v="252" actId="1076"/>
          <ac:spMkLst>
            <pc:docMk/>
            <pc:sldMk cId="3841158459" sldId="1579"/>
            <ac:spMk id="16" creationId="{5602CDE0-4BA8-3217-C65E-D59B2BEA2301}"/>
          </ac:spMkLst>
        </pc:spChg>
        <pc:spChg chg="add mod">
          <ac:chgData name="Alexia Lasheras Cortina" userId="e188d2f3-52eb-41b9-86db-d50ac13d8bc2" providerId="ADAL" clId="{C8A5F332-B6BF-4315-8E73-7D5C82913527}" dt="2025-03-18T11:55:45.397" v="254" actId="1076"/>
          <ac:spMkLst>
            <pc:docMk/>
            <pc:sldMk cId="3841158459" sldId="1579"/>
            <ac:spMk id="17" creationId="{172EB0D3-5558-4D54-2CDE-5E754DA74F2A}"/>
          </ac:spMkLst>
        </pc:spChg>
        <pc:spChg chg="add mod">
          <ac:chgData name="Alexia Lasheras Cortina" userId="e188d2f3-52eb-41b9-86db-d50ac13d8bc2" providerId="ADAL" clId="{C8A5F332-B6BF-4315-8E73-7D5C82913527}" dt="2025-03-18T11:55:50.277" v="256" actId="1076"/>
          <ac:spMkLst>
            <pc:docMk/>
            <pc:sldMk cId="3841158459" sldId="1579"/>
            <ac:spMk id="18" creationId="{C988A122-DF1E-D9D1-03F0-17FAF8AB8AC8}"/>
          </ac:spMkLst>
        </pc:spChg>
        <pc:spChg chg="mod">
          <ac:chgData name="Alexia Lasheras Cortina" userId="e188d2f3-52eb-41b9-86db-d50ac13d8bc2" providerId="ADAL" clId="{C8A5F332-B6BF-4315-8E73-7D5C82913527}" dt="2025-03-18T12:00:05.272" v="427" actId="208"/>
          <ac:spMkLst>
            <pc:docMk/>
            <pc:sldMk cId="3841158459" sldId="1579"/>
            <ac:spMk id="23" creationId="{EDB1B48B-2D34-B726-0CD7-ED4E126DC917}"/>
          </ac:spMkLst>
        </pc:spChg>
        <pc:spChg chg="add mod">
          <ac:chgData name="Alexia Lasheras Cortina" userId="e188d2f3-52eb-41b9-86db-d50ac13d8bc2" providerId="ADAL" clId="{C8A5F332-B6BF-4315-8E73-7D5C82913527}" dt="2025-03-18T11:55:59.294" v="258" actId="1076"/>
          <ac:spMkLst>
            <pc:docMk/>
            <pc:sldMk cId="3841158459" sldId="1579"/>
            <ac:spMk id="25" creationId="{DF884184-BF17-EF94-1FE2-C164C06DDC65}"/>
          </ac:spMkLst>
        </pc:spChg>
        <pc:spChg chg="del">
          <ac:chgData name="Alexia Lasheras Cortina" userId="e188d2f3-52eb-41b9-86db-d50ac13d8bc2" providerId="ADAL" clId="{C8A5F332-B6BF-4315-8E73-7D5C82913527}" dt="2025-03-18T11:59:35.877" v="423" actId="478"/>
          <ac:spMkLst>
            <pc:docMk/>
            <pc:sldMk cId="3841158459" sldId="1579"/>
            <ac:spMk id="26" creationId="{C45E63FF-23C3-4BAA-E055-903C7329A085}"/>
          </ac:spMkLst>
        </pc:spChg>
        <pc:spChg chg="del">
          <ac:chgData name="Alexia Lasheras Cortina" userId="e188d2f3-52eb-41b9-86db-d50ac13d8bc2" providerId="ADAL" clId="{C8A5F332-B6BF-4315-8E73-7D5C82913527}" dt="2025-03-18T11:59:38.647" v="424" actId="478"/>
          <ac:spMkLst>
            <pc:docMk/>
            <pc:sldMk cId="3841158459" sldId="1579"/>
            <ac:spMk id="27" creationId="{022EFA42-3FB4-CE6B-0449-5B83D7665AFC}"/>
          </ac:spMkLst>
        </pc:spChg>
        <pc:spChg chg="del">
          <ac:chgData name="Alexia Lasheras Cortina" userId="e188d2f3-52eb-41b9-86db-d50ac13d8bc2" providerId="ADAL" clId="{C8A5F332-B6BF-4315-8E73-7D5C82913527}" dt="2025-03-18T11:59:41.080" v="425" actId="478"/>
          <ac:spMkLst>
            <pc:docMk/>
            <pc:sldMk cId="3841158459" sldId="1579"/>
            <ac:spMk id="28" creationId="{84581E79-F035-25B9-76C4-C16B4526B263}"/>
          </ac:spMkLst>
        </pc:spChg>
        <pc:spChg chg="add mod">
          <ac:chgData name="Alexia Lasheras Cortina" userId="e188d2f3-52eb-41b9-86db-d50ac13d8bc2" providerId="ADAL" clId="{C8A5F332-B6BF-4315-8E73-7D5C82913527}" dt="2025-03-18T11:57:46.647" v="304" actId="1076"/>
          <ac:spMkLst>
            <pc:docMk/>
            <pc:sldMk cId="3841158459" sldId="1579"/>
            <ac:spMk id="29" creationId="{A02AA4C3-54B7-1385-144C-B1921FC01E18}"/>
          </ac:spMkLst>
        </pc:spChg>
        <pc:spChg chg="del">
          <ac:chgData name="Alexia Lasheras Cortina" userId="e188d2f3-52eb-41b9-86db-d50ac13d8bc2" providerId="ADAL" clId="{C8A5F332-B6BF-4315-8E73-7D5C82913527}" dt="2025-03-18T11:49:42.207" v="48" actId="478"/>
          <ac:spMkLst>
            <pc:docMk/>
            <pc:sldMk cId="3841158459" sldId="1579"/>
            <ac:spMk id="30" creationId="{0E99DD5A-D313-5064-5DFE-588A7FFD4BBE}"/>
          </ac:spMkLst>
        </pc:spChg>
        <pc:spChg chg="mod">
          <ac:chgData name="Alexia Lasheras Cortina" userId="e188d2f3-52eb-41b9-86db-d50ac13d8bc2" providerId="ADAL" clId="{C8A5F332-B6BF-4315-8E73-7D5C82913527}" dt="2025-03-18T12:00:05.272" v="427" actId="208"/>
          <ac:spMkLst>
            <pc:docMk/>
            <pc:sldMk cId="3841158459" sldId="1579"/>
            <ac:spMk id="31" creationId="{AB897A82-ACCA-2CA0-6E7D-BAE749D89447}"/>
          </ac:spMkLst>
        </pc:spChg>
        <pc:spChg chg="del mod">
          <ac:chgData name="Alexia Lasheras Cortina" userId="e188d2f3-52eb-41b9-86db-d50ac13d8bc2" providerId="ADAL" clId="{C8A5F332-B6BF-4315-8E73-7D5C82913527}" dt="2025-03-18T11:52:27.696" v="152" actId="21"/>
          <ac:spMkLst>
            <pc:docMk/>
            <pc:sldMk cId="3841158459" sldId="1579"/>
            <ac:spMk id="36" creationId="{621A827E-4262-8C2F-F098-80F95DF10208}"/>
          </ac:spMkLst>
        </pc:spChg>
        <pc:picChg chg="mod">
          <ac:chgData name="Alexia Lasheras Cortina" userId="e188d2f3-52eb-41b9-86db-d50ac13d8bc2" providerId="ADAL" clId="{C8A5F332-B6BF-4315-8E73-7D5C82913527}" dt="2025-03-18T12:00:59.716" v="439" actId="1076"/>
          <ac:picMkLst>
            <pc:docMk/>
            <pc:sldMk cId="3841158459" sldId="1579"/>
            <ac:picMk id="3" creationId="{C2E5F227-6D3A-40BD-A94B-11C1835DBF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75776-77EC-4B73-A98C-EFE299AD15A2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CDB6E-40A6-4339-819D-5EAA6B9983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64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DCF96-2C92-4AD7-286A-D0C3A498B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3ADE73-B332-F084-6F9C-66E3BBC0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168E79-F3E0-2F05-3A46-001AF735A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C136A-B272-9ABE-40C0-011F6BC2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5205DA-545E-6488-8F16-D6A0E3D3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7448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A8B34-647E-2433-0644-9B0FD091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06F81C-6F8B-DBB9-8F78-E4469E1A3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B970FB-4DF9-AA7C-96E5-24E2709D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34DFB5-CF7B-80A5-C312-5F9544BD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0CFB06-030F-E48E-FE9E-A66F98D4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511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3967E-F77C-C769-2A45-AD0DBD85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3E6171-D226-3236-6636-07D7E8988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2792AC-B33A-B3B3-DB7A-7751C4A1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13DF3E-F360-F535-2E2D-E448B551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AF247E-D8EB-D870-BFB7-FB96BBE0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143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7427-C0C0-B877-1E51-88DB9951F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1130D5-67FB-6E08-A7E5-CB7AAAAFC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E40264-0A08-DEE3-CF70-2315BB177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893A1C-75EC-A4AC-6640-7482E637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4B7B59-16C7-AC08-A076-85526A47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C99702-0ED3-101F-5939-FBE6D418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95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DAA0C-0C37-45C8-3E8E-22CDD527D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FF9BE7-0C28-9447-553C-ABE45B887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1CA09E-87D7-DEC8-C77B-CEABFDA12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9A8A2E-BC43-52F9-E801-2C7E45EC2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305A4DE-57EF-D003-FF98-1FF69649B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AA5479-062B-AAE2-EA0F-D7908A07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C74DAD8-F341-D3F8-BA9B-A7A4EDC5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7C4C2C6-582A-B2A5-6CCD-AED190C6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357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C9E0D-A0BB-2978-1A19-6DB2C142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394900-5374-94E9-9BA6-41C866144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7A0CF1-EDE1-791D-298E-3BD53F4A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7F2710-404E-1EE5-DAE3-971CA4DF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005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7782CE-1CFB-C7B0-6A5D-8B07B0781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7AB6B9-C0CE-0869-C154-935076C9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DD6131-B0D3-70A4-9B69-DA7DFA9C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40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AC691-CEA8-218F-81F6-A797FA2EE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F80CC0-8D38-5318-D0B3-56C2EE737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55D73D-2EDE-2378-0178-BB194A501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775B5C-C6C2-E5F2-56D9-13B1B2BD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EEB0F1-217F-C318-A2A8-C406DD4B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0CFD85-B7CE-856A-1003-A7644FDE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138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A4C80-7993-C242-49F7-0B7CCAB0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4D0104-6AAA-0455-CC77-EC2A1B78E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EC5DB3-8C9E-8AC3-6DA7-E049C4CEF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6BA45C-B4DE-CA4B-6620-CF11797B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5DD9DB-420A-0B53-1BF8-5082FC1F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CB3D6C-8BAC-C355-BC41-B4CC5B03E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71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36223-8685-3679-593C-96BE1AC3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F1CCC7-5E7D-7958-A555-4BFD41698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244D3B-3C8D-775E-0BFF-13C5D008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4E1478-0E96-B243-FFE6-44C6E4AA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9F0CAD-1731-5FBD-6BC9-23A88D80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4548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BC8667-F2BB-0244-F98A-75322A07D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2B9A3F-6A03-B547-5912-525000FB8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C1C3E4-49B3-1835-FAF8-149610D5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A5E133-DB65-9E39-87FB-53A0642C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14BBBF-5426-A554-CDE0-74EDA5D9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935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686A5B-1588-D25B-2DD8-BF47B946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17E62B-F9D4-6669-01F0-FD99364F1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C479E4-B3CD-FE64-A3CF-E1A50DD68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7589F-8970-4727-A4D7-DE32E705E1F8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CB5505-3366-DB3B-E70F-AB1B32C43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1562FA-D264-599F-4CF1-41FABD28D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FD0F9-EC4D-4653-ACC5-87CB05732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8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3 Conector recto">
            <a:extLst>
              <a:ext uri="{FF2B5EF4-FFF2-40B4-BE49-F238E27FC236}">
                <a16:creationId xmlns:a16="http://schemas.microsoft.com/office/drawing/2014/main" id="{F2C6D844-EDF2-41C3-8EE3-9DBE24210E03}"/>
              </a:ext>
            </a:extLst>
          </p:cNvPr>
          <p:cNvCxnSpPr/>
          <p:nvPr/>
        </p:nvCxnSpPr>
        <p:spPr>
          <a:xfrm>
            <a:off x="646544" y="3288672"/>
            <a:ext cx="3696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3 Marcador de texto">
            <a:extLst>
              <a:ext uri="{FF2B5EF4-FFF2-40B4-BE49-F238E27FC236}">
                <a16:creationId xmlns:a16="http://schemas.microsoft.com/office/drawing/2014/main" id="{0C10E01D-7FAA-444F-B4F0-7A3D9DD9725B}"/>
              </a:ext>
            </a:extLst>
          </p:cNvPr>
          <p:cNvSpPr txBox="1">
            <a:spLocks/>
          </p:cNvSpPr>
          <p:nvPr/>
        </p:nvSpPr>
        <p:spPr>
          <a:xfrm>
            <a:off x="451316" y="3382104"/>
            <a:ext cx="10957984" cy="2547641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s-E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5333" dirty="0">
                <a:solidFill>
                  <a:schemeClr val="tx1"/>
                </a:solidFill>
              </a:rPr>
              <a:t>TFG</a:t>
            </a:r>
          </a:p>
          <a:p>
            <a:r>
              <a:rPr lang="es-ES" sz="3733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Control transporte escolar</a:t>
            </a:r>
          </a:p>
          <a:p>
            <a:r>
              <a:rPr lang="es-ES" sz="3733" dirty="0">
                <a:solidFill>
                  <a:srgbClr val="042433"/>
                </a:solidFill>
              </a:rPr>
              <a:t>Alexia Lasheras Cortina</a:t>
            </a:r>
            <a:endParaRPr lang="es-ES" sz="2667" dirty="0">
              <a:solidFill>
                <a:srgbClr val="042433"/>
              </a:solidFill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9B0C5784-FDC0-582A-8A5B-7A28279E9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3007" y="513340"/>
            <a:ext cx="6641883" cy="14947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01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8827D-D4FB-22ED-3C5C-526BD790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17FE491D-B0F6-F4B2-A325-CD8A04616D51}"/>
              </a:ext>
            </a:extLst>
          </p:cNvPr>
          <p:cNvSpPr/>
          <p:nvPr/>
        </p:nvSpPr>
        <p:spPr>
          <a:xfrm>
            <a:off x="6792319" y="4659810"/>
            <a:ext cx="4847317" cy="2072355"/>
          </a:xfrm>
          <a:prstGeom prst="roundRect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0E750354-F090-DAEF-CB8B-A495E42604C6}"/>
              </a:ext>
            </a:extLst>
          </p:cNvPr>
          <p:cNvSpPr/>
          <p:nvPr/>
        </p:nvSpPr>
        <p:spPr>
          <a:xfrm>
            <a:off x="194465" y="4660540"/>
            <a:ext cx="4847317" cy="2072355"/>
          </a:xfrm>
          <a:prstGeom prst="roundRect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146 Rectángulo">
            <a:extLst>
              <a:ext uri="{FF2B5EF4-FFF2-40B4-BE49-F238E27FC236}">
                <a16:creationId xmlns:a16="http://schemas.microsoft.com/office/drawing/2014/main" id="{A1A8AF74-1C82-4665-2F64-57E08AB3E0CB}"/>
              </a:ext>
            </a:extLst>
          </p:cNvPr>
          <p:cNvSpPr/>
          <p:nvPr/>
        </p:nvSpPr>
        <p:spPr>
          <a:xfrm>
            <a:off x="108007" y="79658"/>
            <a:ext cx="108842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800" b="1" dirty="0">
                <a:solidFill>
                  <a:schemeClr val="accent1"/>
                </a:solidFill>
              </a:rPr>
              <a:t>Planificación del proyecto TFG 2026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8663EF9-4C98-F146-4ADF-C32123F2E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882" y="1438727"/>
            <a:ext cx="7374639" cy="3023093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ES" sz="1200" b="1">
              <a:solidFill>
                <a:schemeClr val="bg1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0CF9DE8-BECB-D902-5592-9E8EA5930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85" y="919431"/>
            <a:ext cx="4296372" cy="43336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FASES / TAREAS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4588BC0-58DB-9018-67A2-7CECD4979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15" y="1436971"/>
            <a:ext cx="4309239" cy="2333689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ES" sz="1100" b="1">
              <a:solidFill>
                <a:schemeClr val="bg1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9DB765A6-8F22-6253-113D-078AD31B5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626" y="901487"/>
            <a:ext cx="7374639" cy="23462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2026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DDEED3F-C2CA-432A-9161-D55B303CCB4C}"/>
              </a:ext>
            </a:extLst>
          </p:cNvPr>
          <p:cNvCxnSpPr>
            <a:cxnSpLocks/>
          </p:cNvCxnSpPr>
          <p:nvPr/>
        </p:nvCxnSpPr>
        <p:spPr>
          <a:xfrm flipH="1">
            <a:off x="8344544" y="1418262"/>
            <a:ext cx="7517" cy="312943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AC2753D-B14A-6697-5B6C-A144B782702F}"/>
              </a:ext>
            </a:extLst>
          </p:cNvPr>
          <p:cNvCxnSpPr>
            <a:cxnSpLocks/>
          </p:cNvCxnSpPr>
          <p:nvPr/>
        </p:nvCxnSpPr>
        <p:spPr>
          <a:xfrm>
            <a:off x="9578185" y="1444096"/>
            <a:ext cx="0" cy="303818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FEF3A6C-51CE-088A-81FB-8C83E706C3CA}"/>
              </a:ext>
            </a:extLst>
          </p:cNvPr>
          <p:cNvCxnSpPr>
            <a:cxnSpLocks/>
          </p:cNvCxnSpPr>
          <p:nvPr/>
        </p:nvCxnSpPr>
        <p:spPr>
          <a:xfrm>
            <a:off x="7663365" y="1438727"/>
            <a:ext cx="36582" cy="304355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7C69FBB-0114-7C5D-4D66-5E4450EADA78}"/>
              </a:ext>
            </a:extLst>
          </p:cNvPr>
          <p:cNvCxnSpPr>
            <a:cxnSpLocks/>
          </p:cNvCxnSpPr>
          <p:nvPr/>
        </p:nvCxnSpPr>
        <p:spPr>
          <a:xfrm>
            <a:off x="5186488" y="1436970"/>
            <a:ext cx="0" cy="299788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CE9A2DA-878E-D4E2-2DAE-28F4465F7BAB}"/>
              </a:ext>
            </a:extLst>
          </p:cNvPr>
          <p:cNvCxnSpPr>
            <a:cxnSpLocks/>
          </p:cNvCxnSpPr>
          <p:nvPr/>
        </p:nvCxnSpPr>
        <p:spPr>
          <a:xfrm>
            <a:off x="5791285" y="1418262"/>
            <a:ext cx="0" cy="3102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569BE8C-0F65-A629-9AC8-97F491A5375D}"/>
              </a:ext>
            </a:extLst>
          </p:cNvPr>
          <p:cNvCxnSpPr>
            <a:cxnSpLocks/>
          </p:cNvCxnSpPr>
          <p:nvPr/>
        </p:nvCxnSpPr>
        <p:spPr>
          <a:xfrm>
            <a:off x="6438001" y="1444096"/>
            <a:ext cx="0" cy="3076754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DFB9DF7-54FA-C96D-4A94-A6A1E5CACC5F}"/>
              </a:ext>
            </a:extLst>
          </p:cNvPr>
          <p:cNvCxnSpPr>
            <a:cxnSpLocks/>
          </p:cNvCxnSpPr>
          <p:nvPr/>
        </p:nvCxnSpPr>
        <p:spPr>
          <a:xfrm>
            <a:off x="7049214" y="1438727"/>
            <a:ext cx="3909" cy="304355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98D6B5D-7E23-6A1B-E4D5-A451BB45E195}"/>
              </a:ext>
            </a:extLst>
          </p:cNvPr>
          <p:cNvCxnSpPr>
            <a:cxnSpLocks/>
          </p:cNvCxnSpPr>
          <p:nvPr/>
        </p:nvCxnSpPr>
        <p:spPr>
          <a:xfrm>
            <a:off x="10163482" y="1438727"/>
            <a:ext cx="0" cy="302309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F4D42A9-A66E-9B7F-75A8-4A2C86E49F2C}"/>
              </a:ext>
            </a:extLst>
          </p:cNvPr>
          <p:cNvCxnSpPr>
            <a:cxnSpLocks/>
          </p:cNvCxnSpPr>
          <p:nvPr/>
        </p:nvCxnSpPr>
        <p:spPr>
          <a:xfrm>
            <a:off x="10777530" y="1438727"/>
            <a:ext cx="0" cy="304355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07EE958-EC68-4D38-E023-0620A2E8A7C7}"/>
              </a:ext>
            </a:extLst>
          </p:cNvPr>
          <p:cNvCxnSpPr>
            <a:cxnSpLocks/>
          </p:cNvCxnSpPr>
          <p:nvPr/>
        </p:nvCxnSpPr>
        <p:spPr>
          <a:xfrm>
            <a:off x="11402334" y="1438727"/>
            <a:ext cx="0" cy="304355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7">
            <a:extLst>
              <a:ext uri="{FF2B5EF4-FFF2-40B4-BE49-F238E27FC236}">
                <a16:creationId xmlns:a16="http://schemas.microsoft.com/office/drawing/2014/main" id="{2477E596-2D5A-4C10-EE48-567DB6258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508" y="1196187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ENE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C8732697-DAE3-56C5-48F5-6B87F21CB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9854" y="1196452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FEB</a:t>
            </a: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3715BC9E-5FCB-404F-60FC-8FED505B9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6200" y="1197230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10D64D9B-48BA-FB7F-51A7-A489EB930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546" y="1197230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ABR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CB37B9D1-B715-638D-A8F7-AA3E0EDE8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892" y="1197230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MAY</a:t>
            </a: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6E94DD96-F56D-29FA-551D-C67C4C14C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238" y="1196452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JUN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9C598D28-08E4-4C68-D71C-4E88D3AC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1584" y="1196187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JUL</a:t>
            </a: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01A37B0C-D9A8-78F0-66B8-754D78A67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3309" y="1197230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DIC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5E76B469-763D-E9B5-4050-807FA5E53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968" y="1197230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NOV</a:t>
            </a: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52E0B9D9-CDDF-8A21-AF04-6C93A4488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0622" y="1195115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OCT</a:t>
            </a: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CD9B3B5C-A15A-7467-8A0D-51A68EC9A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4276" y="1197230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SEP</a:t>
            </a: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98640B1F-FBF7-CE27-8E9E-72B928D02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7930" y="1196187"/>
            <a:ext cx="473020" cy="18246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AGO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5B75EF9-3599-9262-D049-90B7D267FCE0}"/>
              </a:ext>
            </a:extLst>
          </p:cNvPr>
          <p:cNvSpPr txBox="1"/>
          <p:nvPr/>
        </p:nvSpPr>
        <p:spPr>
          <a:xfrm>
            <a:off x="236410" y="1494727"/>
            <a:ext cx="4222256" cy="29670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    Investigación y análisis del problema</a:t>
            </a:r>
            <a:endParaRPr lang="es-ES_tradnl" sz="3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    Estado del arte y bibliografía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_tradnl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    Definición de requisitos</a:t>
            </a:r>
            <a:r>
              <a:rPr lang="es-ES_tradnl" sz="300" b="1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    Diseño arquitectura y modelo de datos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_tradnl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    Desarrollo aplicación Android 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_tradnl" sz="300" b="1" dirty="0">
                <a:latin typeface="Calibri" panose="020F0502020204030204" pitchFamily="34" charset="0"/>
                <a:ea typeface="Times New Roman" panose="02020603050405020304" pitchFamily="18" charset="0"/>
              </a:rPr>
              <a:t>                  </a:t>
            </a:r>
            <a:r>
              <a:rPr lang="es-ES_tradnl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Sistema GPS y notificaciones</a:t>
            </a:r>
            <a:endParaRPr lang="es-ES_tradnl" sz="3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_tradnl" sz="1200" b="1" dirty="0">
                <a:latin typeface="Calibri" panose="020F0502020204030204" pitchFamily="34" charset="0"/>
                <a:ea typeface="Times New Roman" panose="02020603050405020304" pitchFamily="18" charset="0"/>
              </a:rPr>
              <a:t>    Pruebas y validación</a:t>
            </a:r>
            <a:r>
              <a:rPr lang="es-ES_tradnl" sz="300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_tradnl" sz="1200" b="1" dirty="0">
                <a:latin typeface="Calibri" panose="020F0502020204030204" pitchFamily="34" charset="0"/>
              </a:rPr>
              <a:t>    Redacción de memoria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s-ES" sz="1200" b="1" dirty="0">
                <a:latin typeface="Calibri" panose="020F0502020204030204" pitchFamily="34" charset="0"/>
              </a:rPr>
              <a:t>    Entrega final</a:t>
            </a:r>
            <a:endParaRPr lang="es-ES_tradnl" sz="1200" b="1" dirty="0">
              <a:latin typeface="Calibri" panose="020F0502020204030204" pitchFamily="34" charset="0"/>
            </a:endParaRP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A9721536-AB19-CAF3-EE8D-31230F5BFC18}"/>
              </a:ext>
            </a:extLst>
          </p:cNvPr>
          <p:cNvCxnSpPr>
            <a:cxnSpLocks/>
          </p:cNvCxnSpPr>
          <p:nvPr/>
        </p:nvCxnSpPr>
        <p:spPr>
          <a:xfrm flipV="1">
            <a:off x="4778830" y="1660802"/>
            <a:ext cx="745294" cy="1994"/>
          </a:xfrm>
          <a:prstGeom prst="line">
            <a:avLst/>
          </a:prstGeom>
          <a:ln w="34925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99E760E-DB2E-880F-807E-8A04478A1C6C}"/>
              </a:ext>
            </a:extLst>
          </p:cNvPr>
          <p:cNvCxnSpPr>
            <a:cxnSpLocks/>
          </p:cNvCxnSpPr>
          <p:nvPr/>
        </p:nvCxnSpPr>
        <p:spPr>
          <a:xfrm>
            <a:off x="6829016" y="3318303"/>
            <a:ext cx="792896" cy="0"/>
          </a:xfrm>
          <a:prstGeom prst="line">
            <a:avLst/>
          </a:prstGeom>
          <a:ln w="34925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Gráfico 39" descr="Distintivo nuevo con relleno sólido">
            <a:extLst>
              <a:ext uri="{FF2B5EF4-FFF2-40B4-BE49-F238E27FC236}">
                <a16:creationId xmlns:a16="http://schemas.microsoft.com/office/drawing/2014/main" id="{6744B1C8-45C6-3F56-F3EF-FA4731BCD4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2007" y="1547501"/>
            <a:ext cx="218552" cy="218552"/>
          </a:xfrm>
          <a:prstGeom prst="rect">
            <a:avLst/>
          </a:prstGeom>
        </p:spPr>
      </p:pic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E7AC663-C73C-4072-481B-886F4A336282}"/>
              </a:ext>
            </a:extLst>
          </p:cNvPr>
          <p:cNvCxnSpPr>
            <a:cxnSpLocks/>
          </p:cNvCxnSpPr>
          <p:nvPr/>
        </p:nvCxnSpPr>
        <p:spPr>
          <a:xfrm flipH="1">
            <a:off x="8395079" y="1434723"/>
            <a:ext cx="9998" cy="309958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10576B4-48C9-2725-CBF3-6B95384C0F16}"/>
              </a:ext>
            </a:extLst>
          </p:cNvPr>
          <p:cNvCxnSpPr>
            <a:cxnSpLocks/>
          </p:cNvCxnSpPr>
          <p:nvPr/>
        </p:nvCxnSpPr>
        <p:spPr>
          <a:xfrm>
            <a:off x="4817778" y="1983835"/>
            <a:ext cx="1412693" cy="0"/>
          </a:xfrm>
          <a:prstGeom prst="line">
            <a:avLst/>
          </a:prstGeom>
          <a:ln w="34925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020E7D24-2E8D-661B-548D-22B19CB2392C}"/>
              </a:ext>
            </a:extLst>
          </p:cNvPr>
          <p:cNvCxnSpPr>
            <a:cxnSpLocks/>
          </p:cNvCxnSpPr>
          <p:nvPr/>
        </p:nvCxnSpPr>
        <p:spPr>
          <a:xfrm>
            <a:off x="5486913" y="2341247"/>
            <a:ext cx="743558" cy="0"/>
          </a:xfrm>
          <a:prstGeom prst="line">
            <a:avLst/>
          </a:prstGeom>
          <a:ln w="34925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895D9A65-DB3D-F78F-561D-3284F6399E20}"/>
              </a:ext>
            </a:extLst>
          </p:cNvPr>
          <p:cNvCxnSpPr>
            <a:cxnSpLocks/>
          </p:cNvCxnSpPr>
          <p:nvPr/>
        </p:nvCxnSpPr>
        <p:spPr>
          <a:xfrm>
            <a:off x="6096000" y="2644526"/>
            <a:ext cx="663056" cy="0"/>
          </a:xfrm>
          <a:prstGeom prst="line">
            <a:avLst/>
          </a:prstGeom>
          <a:ln w="34925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80B9DB5D-5BC6-A3C1-7E3F-19B7714C5340}"/>
              </a:ext>
            </a:extLst>
          </p:cNvPr>
          <p:cNvCxnSpPr>
            <a:cxnSpLocks/>
          </p:cNvCxnSpPr>
          <p:nvPr/>
        </p:nvCxnSpPr>
        <p:spPr>
          <a:xfrm>
            <a:off x="6590696" y="3020347"/>
            <a:ext cx="626458" cy="0"/>
          </a:xfrm>
          <a:prstGeom prst="line">
            <a:avLst/>
          </a:prstGeom>
          <a:ln w="34925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10155D2E-7F66-6C36-B894-4FA693F129F4}"/>
              </a:ext>
            </a:extLst>
          </p:cNvPr>
          <p:cNvCxnSpPr/>
          <p:nvPr/>
        </p:nvCxnSpPr>
        <p:spPr>
          <a:xfrm>
            <a:off x="174568" y="4547696"/>
            <a:ext cx="11817244" cy="0"/>
          </a:xfrm>
          <a:prstGeom prst="line">
            <a:avLst/>
          </a:prstGeom>
          <a:ln w="9525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A08291E-CD9F-94E3-611F-7605B5024381}"/>
              </a:ext>
            </a:extLst>
          </p:cNvPr>
          <p:cNvSpPr txBox="1"/>
          <p:nvPr/>
        </p:nvSpPr>
        <p:spPr>
          <a:xfrm>
            <a:off x="7323481" y="4863793"/>
            <a:ext cx="484731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200" b="1" dirty="0">
                <a:ea typeface="Aptos" panose="020B0004020202020204" pitchFamily="34" charset="0"/>
                <a:cs typeface="Calibri" panose="020F0502020204030204" pitchFamily="34" charset="0"/>
              </a:rPr>
              <a:t>Hitos principales del proyecto: </a:t>
            </a:r>
          </a:p>
          <a:p>
            <a:pPr algn="just"/>
            <a:endParaRPr lang="es-ES" sz="1200" b="1" dirty="0"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177800" indent="-177800" algn="just">
              <a:buFont typeface="Wingdings" panose="05000000000000000000" pitchFamily="2" charset="2"/>
              <a:buChar char="§"/>
            </a:pPr>
            <a:r>
              <a:rPr lang="es-ES" sz="1400" dirty="0">
                <a:cs typeface="Calibri" panose="020F0502020204030204" pitchFamily="34" charset="0"/>
              </a:rPr>
              <a:t>Finalización del diseño funcional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 dirty="0">
                <a:cs typeface="Calibri" panose="020F0502020204030204" pitchFamily="34" charset="0"/>
              </a:rPr>
              <a:t> Implementación del sistema GPS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 dirty="0">
                <a:cs typeface="Calibri" panose="020F0502020204030204" pitchFamily="34" charset="0"/>
              </a:rPr>
              <a:t>Desarrollo de notificaciones push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 dirty="0">
                <a:cs typeface="Calibri" panose="020F0502020204030204" pitchFamily="34" charset="0"/>
              </a:rPr>
              <a:t>Validación funcional del sistema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 dirty="0">
                <a:cs typeface="Calibri" panose="020F0502020204030204" pitchFamily="34" charset="0"/>
              </a:rPr>
              <a:t>Entrega final del TFG</a:t>
            </a:r>
          </a:p>
        </p:txBody>
      </p:sp>
      <p:cxnSp>
        <p:nvCxnSpPr>
          <p:cNvPr id="3" name="3 Conector recto">
            <a:extLst>
              <a:ext uri="{FF2B5EF4-FFF2-40B4-BE49-F238E27FC236}">
                <a16:creationId xmlns:a16="http://schemas.microsoft.com/office/drawing/2014/main" id="{D4D9C2C8-C457-B500-2569-406A3FC891EE}"/>
              </a:ext>
            </a:extLst>
          </p:cNvPr>
          <p:cNvCxnSpPr/>
          <p:nvPr/>
        </p:nvCxnSpPr>
        <p:spPr>
          <a:xfrm>
            <a:off x="236410" y="619432"/>
            <a:ext cx="3696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6EB16B3-23FC-5CB3-9AD3-1380390CC915}"/>
              </a:ext>
            </a:extLst>
          </p:cNvPr>
          <p:cNvSpPr txBox="1"/>
          <p:nvPr/>
        </p:nvSpPr>
        <p:spPr>
          <a:xfrm>
            <a:off x="738835" y="4892106"/>
            <a:ext cx="484731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200" b="1" dirty="0">
                <a:ea typeface="Aptos" panose="020B0004020202020204" pitchFamily="34" charset="0"/>
                <a:cs typeface="Calibri" panose="020F0502020204030204" pitchFamily="34" charset="0"/>
              </a:rPr>
              <a:t>Descripción de la planificación :</a:t>
            </a:r>
          </a:p>
          <a:p>
            <a:pPr algn="just"/>
            <a:endParaRPr lang="es-ES" sz="1200" dirty="0"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177800" indent="-177800" algn="just">
              <a:buFont typeface="Wingdings" panose="05000000000000000000" pitchFamily="2" charset="2"/>
              <a:buChar char="§"/>
            </a:pPr>
            <a:r>
              <a:rPr lang="es-ES" sz="1400" dirty="0">
                <a:ea typeface="Aptos" panose="020B0004020202020204" pitchFamily="34" charset="0"/>
                <a:cs typeface="Calibri" panose="020F0502020204030204" pitchFamily="34" charset="0"/>
              </a:rPr>
              <a:t>Análisis inicial del problema y revisión bibliográfica.</a:t>
            </a:r>
          </a:p>
          <a:p>
            <a:pPr marL="177800" indent="-177800" algn="just">
              <a:buFont typeface="Wingdings" panose="05000000000000000000" pitchFamily="2" charset="2"/>
              <a:buChar char="§"/>
            </a:pPr>
            <a:r>
              <a:rPr lang="es-ES" sz="1400" dirty="0">
                <a:ea typeface="Aptos" panose="020B0004020202020204" pitchFamily="34" charset="0"/>
                <a:cs typeface="Calibri" panose="020F0502020204030204" pitchFamily="34" charset="0"/>
              </a:rPr>
              <a:t>Diseño de arquitectura y definición de requisitos.</a:t>
            </a:r>
          </a:p>
          <a:p>
            <a:pPr marL="177800" indent="-177800" algn="just">
              <a:buFont typeface="Wingdings" panose="05000000000000000000" pitchFamily="2" charset="2"/>
              <a:buChar char="§"/>
            </a:pPr>
            <a:r>
              <a:rPr lang="es-ES" sz="1400" dirty="0">
                <a:ea typeface="Aptos" panose="020B0004020202020204" pitchFamily="34" charset="0"/>
                <a:cs typeface="Calibri" panose="020F0502020204030204" pitchFamily="34" charset="0"/>
              </a:rPr>
              <a:t>Desarrollo progresivo de la aplicación Android.</a:t>
            </a:r>
          </a:p>
          <a:p>
            <a:pPr marL="177800" indent="-177800" algn="just">
              <a:buFont typeface="Wingdings" panose="05000000000000000000" pitchFamily="2" charset="2"/>
              <a:buChar char="§"/>
            </a:pPr>
            <a:r>
              <a:rPr lang="es-ES" sz="1400" dirty="0">
                <a:ea typeface="Aptos" panose="020B0004020202020204" pitchFamily="34" charset="0"/>
                <a:cs typeface="Calibri" panose="020F0502020204030204" pitchFamily="34" charset="0"/>
              </a:rPr>
              <a:t>Integración de Firebase, GPS y notificaciones.</a:t>
            </a:r>
          </a:p>
          <a:p>
            <a:pPr marL="177800" indent="-177800" algn="just">
              <a:buFont typeface="Wingdings" panose="05000000000000000000" pitchFamily="2" charset="2"/>
              <a:buChar char="§"/>
            </a:pPr>
            <a:r>
              <a:rPr lang="es-ES" sz="1400" dirty="0">
                <a:ea typeface="Aptos" panose="020B0004020202020204" pitchFamily="34" charset="0"/>
                <a:cs typeface="Calibri" panose="020F0502020204030204" pitchFamily="34" charset="0"/>
              </a:rPr>
              <a:t>Fases finales orientadas a pruebas y validación.</a:t>
            </a: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B67B772C-E3AA-4F4C-1AB4-4CCF113844FA}"/>
              </a:ext>
            </a:extLst>
          </p:cNvPr>
          <p:cNvCxnSpPr>
            <a:cxnSpLocks/>
          </p:cNvCxnSpPr>
          <p:nvPr/>
        </p:nvCxnSpPr>
        <p:spPr>
          <a:xfrm>
            <a:off x="5344997" y="3614139"/>
            <a:ext cx="2606695" cy="0"/>
          </a:xfrm>
          <a:prstGeom prst="line">
            <a:avLst/>
          </a:prstGeom>
          <a:ln w="34925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320AAD64-1820-3E70-E85F-4CDD085C528E}"/>
              </a:ext>
            </a:extLst>
          </p:cNvPr>
          <p:cNvCxnSpPr>
            <a:cxnSpLocks/>
          </p:cNvCxnSpPr>
          <p:nvPr/>
        </p:nvCxnSpPr>
        <p:spPr>
          <a:xfrm>
            <a:off x="5347950" y="3925610"/>
            <a:ext cx="2756868" cy="0"/>
          </a:xfrm>
          <a:prstGeom prst="line">
            <a:avLst/>
          </a:prstGeom>
          <a:ln w="34925">
            <a:solidFill>
              <a:schemeClr val="tx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áfico 73" descr="Distintivo nuevo con relleno sólido">
            <a:extLst>
              <a:ext uri="{FF2B5EF4-FFF2-40B4-BE49-F238E27FC236}">
                <a16:creationId xmlns:a16="http://schemas.microsoft.com/office/drawing/2014/main" id="{426E39A8-9187-99F1-3E22-8F7082EAE8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8138" y="1864081"/>
            <a:ext cx="218552" cy="218552"/>
          </a:xfrm>
          <a:prstGeom prst="rect">
            <a:avLst/>
          </a:prstGeom>
        </p:spPr>
      </p:pic>
      <p:pic>
        <p:nvPicPr>
          <p:cNvPr id="75" name="Gráfico 74" descr="Distintivo nuevo con relleno sólido">
            <a:extLst>
              <a:ext uri="{FF2B5EF4-FFF2-40B4-BE49-F238E27FC236}">
                <a16:creationId xmlns:a16="http://schemas.microsoft.com/office/drawing/2014/main" id="{0491E240-200F-90DC-7504-5DF5766253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6840" y="2234259"/>
            <a:ext cx="218552" cy="218552"/>
          </a:xfrm>
          <a:prstGeom prst="rect">
            <a:avLst/>
          </a:prstGeom>
        </p:spPr>
      </p:pic>
      <p:pic>
        <p:nvPicPr>
          <p:cNvPr id="76" name="Gráfico 75" descr="Distintivo nuevo con relleno sólido">
            <a:extLst>
              <a:ext uri="{FF2B5EF4-FFF2-40B4-BE49-F238E27FC236}">
                <a16:creationId xmlns:a16="http://schemas.microsoft.com/office/drawing/2014/main" id="{DADC78E0-7A67-0057-FAC2-7B750D2BFC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0010" y="2540657"/>
            <a:ext cx="218552" cy="218552"/>
          </a:xfrm>
          <a:prstGeom prst="rect">
            <a:avLst/>
          </a:prstGeom>
        </p:spPr>
      </p:pic>
      <p:pic>
        <p:nvPicPr>
          <p:cNvPr id="77" name="Gráfico 76" descr="Distintivo nuevo con relleno sólido">
            <a:extLst>
              <a:ext uri="{FF2B5EF4-FFF2-40B4-BE49-F238E27FC236}">
                <a16:creationId xmlns:a16="http://schemas.microsoft.com/office/drawing/2014/main" id="{D7DD8AFE-9FAC-58E7-FE23-F9843AD55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9413" y="2917768"/>
            <a:ext cx="218552" cy="218552"/>
          </a:xfrm>
          <a:prstGeom prst="rect">
            <a:avLst/>
          </a:prstGeom>
        </p:spPr>
      </p:pic>
      <p:pic>
        <p:nvPicPr>
          <p:cNvPr id="78" name="Gráfico 77" descr="Distintivo nuevo con relleno sólido">
            <a:extLst>
              <a:ext uri="{FF2B5EF4-FFF2-40B4-BE49-F238E27FC236}">
                <a16:creationId xmlns:a16="http://schemas.microsoft.com/office/drawing/2014/main" id="{1DF9CDA3-D459-02F3-92D7-ED881DB05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9947" y="3223944"/>
            <a:ext cx="218552" cy="218552"/>
          </a:xfrm>
          <a:prstGeom prst="rect">
            <a:avLst/>
          </a:prstGeom>
        </p:spPr>
      </p:pic>
      <p:pic>
        <p:nvPicPr>
          <p:cNvPr id="79" name="Gráfico 78" descr="Distintivo nuevo con relleno sólido">
            <a:extLst>
              <a:ext uri="{FF2B5EF4-FFF2-40B4-BE49-F238E27FC236}">
                <a16:creationId xmlns:a16="http://schemas.microsoft.com/office/drawing/2014/main" id="{72BA51E0-894E-2AA3-9651-E039D2254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4985" y="3492885"/>
            <a:ext cx="218552" cy="218552"/>
          </a:xfrm>
          <a:prstGeom prst="rect">
            <a:avLst/>
          </a:prstGeom>
        </p:spPr>
      </p:pic>
      <p:pic>
        <p:nvPicPr>
          <p:cNvPr id="80" name="Gráfico 79" descr="Distintivo nuevo con relleno sólido">
            <a:extLst>
              <a:ext uri="{FF2B5EF4-FFF2-40B4-BE49-F238E27FC236}">
                <a16:creationId xmlns:a16="http://schemas.microsoft.com/office/drawing/2014/main" id="{2BE44349-A371-9E52-3BA1-E38E94F5E7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5992" y="3813456"/>
            <a:ext cx="218552" cy="218552"/>
          </a:xfrm>
          <a:prstGeom prst="rect">
            <a:avLst/>
          </a:prstGeom>
        </p:spPr>
      </p:pic>
      <p:pic>
        <p:nvPicPr>
          <p:cNvPr id="81" name="Gráfico 80" descr="Distintivo nuevo con relleno sólido">
            <a:extLst>
              <a:ext uri="{FF2B5EF4-FFF2-40B4-BE49-F238E27FC236}">
                <a16:creationId xmlns:a16="http://schemas.microsoft.com/office/drawing/2014/main" id="{17BCF026-5D4E-77C5-7C97-DFA290A0E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4170" y="4218288"/>
            <a:ext cx="218552" cy="218552"/>
          </a:xfrm>
          <a:prstGeom prst="rect">
            <a:avLst/>
          </a:prstGeom>
        </p:spPr>
      </p:pic>
      <p:pic>
        <p:nvPicPr>
          <p:cNvPr id="85" name="Imagen 84" descr="Texto&#10;&#10;Descripción generada automáticamente">
            <a:extLst>
              <a:ext uri="{FF2B5EF4-FFF2-40B4-BE49-F238E27FC236}">
                <a16:creationId xmlns:a16="http://schemas.microsoft.com/office/drawing/2014/main" id="{D59CF06C-567D-239E-6C01-BA050DAC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92377" y="9787"/>
            <a:ext cx="2991616" cy="67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ráfico 85" descr="Distintivo nuevo con relleno sólido">
            <a:extLst>
              <a:ext uri="{FF2B5EF4-FFF2-40B4-BE49-F238E27FC236}">
                <a16:creationId xmlns:a16="http://schemas.microsoft.com/office/drawing/2014/main" id="{5433A262-787B-EF9B-BB03-D5BA4B8FE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6861" y="4804777"/>
            <a:ext cx="432579" cy="432579"/>
          </a:xfrm>
          <a:prstGeom prst="rect">
            <a:avLst/>
          </a:prstGeom>
        </p:spPr>
      </p:pic>
      <p:pic>
        <p:nvPicPr>
          <p:cNvPr id="88" name="Gráfico 87" descr="Portapapeles con relleno sólido">
            <a:extLst>
              <a:ext uri="{FF2B5EF4-FFF2-40B4-BE49-F238E27FC236}">
                <a16:creationId xmlns:a16="http://schemas.microsoft.com/office/drawing/2014/main" id="{2F7D3FC9-E56E-DFE2-E57B-C5D958CA5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269" y="4731724"/>
            <a:ext cx="552024" cy="552024"/>
          </a:xfrm>
          <a:prstGeom prst="rect">
            <a:avLst/>
          </a:prstGeom>
        </p:spPr>
      </p:pic>
      <p:pic>
        <p:nvPicPr>
          <p:cNvPr id="90" name="Gráfico 89" descr="Lupa con relleno sólido">
            <a:extLst>
              <a:ext uri="{FF2B5EF4-FFF2-40B4-BE49-F238E27FC236}">
                <a16:creationId xmlns:a16="http://schemas.microsoft.com/office/drawing/2014/main" id="{A4EF99BF-7D0E-5352-3DAA-A328BBC073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609" y="1554653"/>
            <a:ext cx="229392" cy="229392"/>
          </a:xfrm>
          <a:prstGeom prst="rect">
            <a:avLst/>
          </a:prstGeom>
        </p:spPr>
      </p:pic>
      <p:pic>
        <p:nvPicPr>
          <p:cNvPr id="92" name="Gráfico 91" descr="Libro abierto con relleno sólido">
            <a:extLst>
              <a:ext uri="{FF2B5EF4-FFF2-40B4-BE49-F238E27FC236}">
                <a16:creationId xmlns:a16="http://schemas.microsoft.com/office/drawing/2014/main" id="{22248FF4-3B8B-E5C1-7812-CE03E544E0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871" y="1893000"/>
            <a:ext cx="232844" cy="232844"/>
          </a:xfrm>
          <a:prstGeom prst="rect">
            <a:avLst/>
          </a:prstGeom>
        </p:spPr>
      </p:pic>
      <p:pic>
        <p:nvPicPr>
          <p:cNvPr id="94" name="Gráfico 93" descr="Base de datos contorno">
            <a:extLst>
              <a:ext uri="{FF2B5EF4-FFF2-40B4-BE49-F238E27FC236}">
                <a16:creationId xmlns:a16="http://schemas.microsoft.com/office/drawing/2014/main" id="{75C83E96-BA29-1F68-6E0E-B36279743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7770" y="2517310"/>
            <a:ext cx="320346" cy="320346"/>
          </a:xfrm>
          <a:prstGeom prst="rect">
            <a:avLst/>
          </a:prstGeom>
        </p:spPr>
      </p:pic>
      <p:pic>
        <p:nvPicPr>
          <p:cNvPr id="96" name="Gráfico 95" descr="Smartphone con relleno sólido">
            <a:extLst>
              <a:ext uri="{FF2B5EF4-FFF2-40B4-BE49-F238E27FC236}">
                <a16:creationId xmlns:a16="http://schemas.microsoft.com/office/drawing/2014/main" id="{2D204D63-C69A-4783-5E67-073CC6D0F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7406" y="2865725"/>
            <a:ext cx="276595" cy="276595"/>
          </a:xfrm>
          <a:prstGeom prst="rect">
            <a:avLst/>
          </a:prstGeom>
        </p:spPr>
      </p:pic>
      <p:pic>
        <p:nvPicPr>
          <p:cNvPr id="98" name="Gráfico 97" descr="Dirección con relleno sólido">
            <a:extLst>
              <a:ext uri="{FF2B5EF4-FFF2-40B4-BE49-F238E27FC236}">
                <a16:creationId xmlns:a16="http://schemas.microsoft.com/office/drawing/2014/main" id="{398CF82F-197B-193D-BCFE-D618697B47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5256" y="3241048"/>
            <a:ext cx="299459" cy="256721"/>
          </a:xfrm>
          <a:prstGeom prst="rect">
            <a:avLst/>
          </a:prstGeom>
        </p:spPr>
      </p:pic>
      <p:pic>
        <p:nvPicPr>
          <p:cNvPr id="100" name="Gráfico 99" descr="Birrete con relleno sólido">
            <a:extLst>
              <a:ext uri="{FF2B5EF4-FFF2-40B4-BE49-F238E27FC236}">
                <a16:creationId xmlns:a16="http://schemas.microsoft.com/office/drawing/2014/main" id="{13192BA4-17EF-5C80-EF35-1B4C1D6E6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2104" y="4178578"/>
            <a:ext cx="256275" cy="256275"/>
          </a:xfrm>
          <a:prstGeom prst="rect">
            <a:avLst/>
          </a:prstGeom>
        </p:spPr>
      </p:pic>
      <p:pic>
        <p:nvPicPr>
          <p:cNvPr id="102" name="Gráfico 101" descr="Marca de escudo con relleno sólido">
            <a:extLst>
              <a:ext uri="{FF2B5EF4-FFF2-40B4-BE49-F238E27FC236}">
                <a16:creationId xmlns:a16="http://schemas.microsoft.com/office/drawing/2014/main" id="{FFADF1B8-0A78-6678-0550-AB0CD69A9D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406" y="3497769"/>
            <a:ext cx="299459" cy="299459"/>
          </a:xfrm>
          <a:prstGeom prst="rect">
            <a:avLst/>
          </a:prstGeom>
        </p:spPr>
      </p:pic>
      <p:pic>
        <p:nvPicPr>
          <p:cNvPr id="104" name="Gráfico 103" descr="Documento con relleno sólido">
            <a:extLst>
              <a:ext uri="{FF2B5EF4-FFF2-40B4-BE49-F238E27FC236}">
                <a16:creationId xmlns:a16="http://schemas.microsoft.com/office/drawing/2014/main" id="{25D899B8-5CF5-EC78-8CE7-93996E0351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4609" y="3862671"/>
            <a:ext cx="203064" cy="203064"/>
          </a:xfrm>
          <a:prstGeom prst="rect">
            <a:avLst/>
          </a:prstGeom>
        </p:spPr>
      </p:pic>
      <p:pic>
        <p:nvPicPr>
          <p:cNvPr id="106" name="Gráfico 105" descr="Portapapeles parcialmente comprobado con relleno sólido">
            <a:extLst>
              <a:ext uri="{FF2B5EF4-FFF2-40B4-BE49-F238E27FC236}">
                <a16:creationId xmlns:a16="http://schemas.microsoft.com/office/drawing/2014/main" id="{E0F1AA58-445B-A746-D794-1529499AF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2104" y="2187137"/>
            <a:ext cx="254135" cy="328430"/>
          </a:xfrm>
          <a:prstGeom prst="rect">
            <a:avLst/>
          </a:prstGeom>
        </p:spPr>
      </p:pic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021BDCE1-EC82-1808-D6E5-80715650EF54}"/>
              </a:ext>
            </a:extLst>
          </p:cNvPr>
          <p:cNvCxnSpPr/>
          <p:nvPr/>
        </p:nvCxnSpPr>
        <p:spPr>
          <a:xfrm>
            <a:off x="247227" y="1800788"/>
            <a:ext cx="11817244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6ED8E080-8E43-D774-10D7-175B1270B51B}"/>
              </a:ext>
            </a:extLst>
          </p:cNvPr>
          <p:cNvCxnSpPr/>
          <p:nvPr/>
        </p:nvCxnSpPr>
        <p:spPr>
          <a:xfrm>
            <a:off x="229503" y="2176472"/>
            <a:ext cx="11817244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8B6561F1-98B4-85DE-3241-E08B5521E6BE}"/>
              </a:ext>
            </a:extLst>
          </p:cNvPr>
          <p:cNvCxnSpPr/>
          <p:nvPr/>
        </p:nvCxnSpPr>
        <p:spPr>
          <a:xfrm>
            <a:off x="254308" y="2509629"/>
            <a:ext cx="11817244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724DA5CB-CF2E-831C-C2D3-DFF6D44A4D86}"/>
              </a:ext>
            </a:extLst>
          </p:cNvPr>
          <p:cNvCxnSpPr/>
          <p:nvPr/>
        </p:nvCxnSpPr>
        <p:spPr>
          <a:xfrm>
            <a:off x="224088" y="2826741"/>
            <a:ext cx="11817244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4B0969A6-7CE0-BA86-5D90-FED0F6999111}"/>
              </a:ext>
            </a:extLst>
          </p:cNvPr>
          <p:cNvCxnSpPr/>
          <p:nvPr/>
        </p:nvCxnSpPr>
        <p:spPr>
          <a:xfrm>
            <a:off x="247227" y="3176242"/>
            <a:ext cx="11817244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5B1FE526-B2A9-FB6A-6564-81154F976CA2}"/>
              </a:ext>
            </a:extLst>
          </p:cNvPr>
          <p:cNvCxnSpPr/>
          <p:nvPr/>
        </p:nvCxnSpPr>
        <p:spPr>
          <a:xfrm>
            <a:off x="321849" y="3469343"/>
            <a:ext cx="11817244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8FB611C3-CF32-1127-5150-34F8DFAF3809}"/>
              </a:ext>
            </a:extLst>
          </p:cNvPr>
          <p:cNvCxnSpPr/>
          <p:nvPr/>
        </p:nvCxnSpPr>
        <p:spPr>
          <a:xfrm>
            <a:off x="254308" y="3819850"/>
            <a:ext cx="11817244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D2FDACA-BBAC-1B40-D2F8-08FD6B720B48}"/>
              </a:ext>
            </a:extLst>
          </p:cNvPr>
          <p:cNvCxnSpPr/>
          <p:nvPr/>
        </p:nvCxnSpPr>
        <p:spPr>
          <a:xfrm>
            <a:off x="224088" y="4082673"/>
            <a:ext cx="11817244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FEDB5EDD-E6DA-A030-B37A-EFF8BABD12F9}"/>
              </a:ext>
            </a:extLst>
          </p:cNvPr>
          <p:cNvCxnSpPr>
            <a:cxnSpLocks/>
          </p:cNvCxnSpPr>
          <p:nvPr/>
        </p:nvCxnSpPr>
        <p:spPr>
          <a:xfrm>
            <a:off x="9008459" y="1444096"/>
            <a:ext cx="0" cy="303818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03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B3834-88F4-787C-70A3-1539CAE8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3 Conector recto">
            <a:extLst>
              <a:ext uri="{FF2B5EF4-FFF2-40B4-BE49-F238E27FC236}">
                <a16:creationId xmlns:a16="http://schemas.microsoft.com/office/drawing/2014/main" id="{0ABD90BA-8324-A3B0-E04D-535EC4858F85}"/>
              </a:ext>
            </a:extLst>
          </p:cNvPr>
          <p:cNvCxnSpPr/>
          <p:nvPr/>
        </p:nvCxnSpPr>
        <p:spPr>
          <a:xfrm>
            <a:off x="646544" y="3288672"/>
            <a:ext cx="3696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3 Marcador de texto">
            <a:extLst>
              <a:ext uri="{FF2B5EF4-FFF2-40B4-BE49-F238E27FC236}">
                <a16:creationId xmlns:a16="http://schemas.microsoft.com/office/drawing/2014/main" id="{E0D55852-4E82-8FF1-67D0-96A28E9CA8B4}"/>
              </a:ext>
            </a:extLst>
          </p:cNvPr>
          <p:cNvSpPr txBox="1">
            <a:spLocks/>
          </p:cNvSpPr>
          <p:nvPr/>
        </p:nvSpPr>
        <p:spPr>
          <a:xfrm>
            <a:off x="451316" y="3382104"/>
            <a:ext cx="10957984" cy="2547641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s-E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5333" dirty="0">
                <a:solidFill>
                  <a:schemeClr val="tx1"/>
                </a:solidFill>
              </a:rPr>
              <a:t>TFG</a:t>
            </a:r>
          </a:p>
          <a:p>
            <a:r>
              <a:rPr lang="es-ES" sz="3733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Control transporte escolar</a:t>
            </a:r>
          </a:p>
          <a:p>
            <a:r>
              <a:rPr lang="es-ES" sz="3733" dirty="0">
                <a:solidFill>
                  <a:srgbClr val="042433"/>
                </a:solidFill>
              </a:rPr>
              <a:t>Alexia Lasheras Cortina</a:t>
            </a:r>
            <a:endParaRPr lang="es-ES" sz="2667" dirty="0">
              <a:solidFill>
                <a:srgbClr val="042433"/>
              </a:solidFill>
            </a:endParaRPr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3634AAD3-C3A2-1209-9853-A813BD077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3007" y="513340"/>
            <a:ext cx="6641883" cy="14947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304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7174f9-5408-44f2-a55a-3b3c702fb74c">
      <Terms xmlns="http://schemas.microsoft.com/office/infopath/2007/PartnerControls"/>
    </lcf76f155ced4ddcb4097134ff3c332f>
    <TaxCatchAll xmlns="ebfbedff-6376-461a-8b22-a63bdabcdc41" xsi:nil="true"/>
    <SharedWithUsers xmlns="f3010720-c632-4e63-9a35-f9c729f2cfc1">
      <UserInfo>
        <DisplayName>Alberto Pozos Basterrika</DisplayName>
        <AccountId>13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08070CF88F214EBF74DB5950FBBE74" ma:contentTypeVersion="6" ma:contentTypeDescription="Crear nuevo documento." ma:contentTypeScope="" ma:versionID="96a17d5fcab7bea1efde97ebfdffe3ab">
  <xsd:schema xmlns:xsd="http://www.w3.org/2001/XMLSchema" xmlns:xs="http://www.w3.org/2001/XMLSchema" xmlns:p="http://schemas.microsoft.com/office/2006/metadata/properties" xmlns:ns2="9a986a92-7144-468e-be60-bfb910cd8f01" xmlns:ns3="f3010720-c632-4e63-9a35-f9c729f2cfc1" xmlns:ns4="977174f9-5408-44f2-a55a-3b3c702fb74c" xmlns:ns5="ebfbedff-6376-461a-8b22-a63bdabcdc41" targetNamespace="http://schemas.microsoft.com/office/2006/metadata/properties" ma:root="true" ma:fieldsID="2580eb8aa47b9be976455f2d3763619e" ns2:_="" ns3:_="" ns4:_="" ns5:_="">
    <xsd:import namespace="9a986a92-7144-468e-be60-bfb910cd8f01"/>
    <xsd:import namespace="f3010720-c632-4e63-9a35-f9c729f2cfc1"/>
    <xsd:import namespace="977174f9-5408-44f2-a55a-3b3c702fb74c"/>
    <xsd:import namespace="ebfbedff-6376-461a-8b22-a63bdabcdc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4:lcf76f155ced4ddcb4097134ff3c332f" minOccurs="0"/>
                <xsd:element ref="ns5:TaxCatchAll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986a92-7144-468e-be60-bfb910cd8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010720-c632-4e63-9a35-f9c729f2cfc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7174f9-5408-44f2-a55a-3b3c702fb74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f12910b5-39ef-44ec-8e40-fddc07eac9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bedff-6376-461a-8b22-a63bdabcdc41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4b4f7ba-0095-40b5-934e-57b8d68040c2}" ma:internalName="TaxCatchAll" ma:showField="CatchAllData" ma:web="ebfbedff-6376-461a-8b22-a63bdabcdc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B2A989-FD7A-4635-9BB6-3BAF872543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8B5C7E-FD7E-4E0A-9EDA-2F069D02BA9F}">
  <ds:schemaRefs>
    <ds:schemaRef ds:uri="http://purl.org/dc/terms/"/>
    <ds:schemaRef ds:uri="http://purl.org/dc/elements/1.1/"/>
    <ds:schemaRef ds:uri="ebfbedff-6376-461a-8b22-a63bdabcdc41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977174f9-5408-44f2-a55a-3b3c702fb74c"/>
    <ds:schemaRef ds:uri="http://schemas.microsoft.com/office/2006/documentManagement/types"/>
    <ds:schemaRef ds:uri="f3010720-c632-4e63-9a35-f9c729f2cfc1"/>
    <ds:schemaRef ds:uri="9a986a92-7144-468e-be60-bfb910cd8f0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2FE853B-4D66-47E1-9405-305DF642CD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986a92-7144-468e-be60-bfb910cd8f01"/>
    <ds:schemaRef ds:uri="f3010720-c632-4e63-9a35-f9c729f2cfc1"/>
    <ds:schemaRef ds:uri="977174f9-5408-44f2-a55a-3b3c702fb74c"/>
    <ds:schemaRef ds:uri="ebfbedff-6376-461a-8b22-a63bdabcdc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3110</TotalTime>
  <Words>148</Words>
  <Application>Microsoft Office PowerPoint</Application>
  <PresentationFormat>Panorámica</PresentationFormat>
  <Paragraphs>44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Judit Manzanedo Landeta</dc:creator>
  <cp:lastModifiedBy>Alexia Lasheras Cortina</cp:lastModifiedBy>
  <cp:revision>49</cp:revision>
  <dcterms:created xsi:type="dcterms:W3CDTF">2024-05-15T10:53:28Z</dcterms:created>
  <dcterms:modified xsi:type="dcterms:W3CDTF">2026-05-09T16:13:51Z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0x0101001608070CF88F214EBF74DB5950FBBE74</vt:lpwstr>
  </property>
  <property fmtid="{D5CDD505-2E9C-101B-9397-08002B2CF9AE}" pid="3" name="MediaServiceImageTags">
    <vt:lpwstr/>
  </property>
</Properties>
</file>